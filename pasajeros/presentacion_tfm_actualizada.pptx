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Biblioteca de análisis y visualización de los pasajeros del Sirio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TFM en Humanidades Digitales</a:t>
            </a:r>
          </a:p>
          <a:p>
            <a:r>
              <a:t>Autor: [Tu Nombre]</a:t>
            </a:r>
          </a:p>
          <a:p>
            <a:r>
              <a:t>Año: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histórico: Naufragio del vapor Sirio en 1906</a:t>
            </a:r>
          </a:p>
          <a:p>
            <a:r>
              <a:t>Impacto en la emigración transatlántica</a:t>
            </a:r>
          </a:p>
          <a:p>
            <a:r>
              <a:t>Objetivo del TFM: crear una librería Python para análisis y visualización de datos de pasajeros</a:t>
            </a:r>
          </a:p>
          <a:p>
            <a:r>
              <a:t>Aplicación en Humanidades Digitales: historia, memoria y datos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Fuentes de datos: Excel con registros de pasajeros</a:t>
            </a:r>
          </a:p>
          <a:p>
            <a:r>
              <a:t>Preprocesamiento: normalización de columnas (nombres, fechas, municipios)</a:t>
            </a:r>
          </a:p>
          <a:p>
            <a:r>
              <a:t>Diseño del proyecto:</a:t>
            </a:r>
          </a:p>
          <a:p>
            <a:r>
              <a:t>   - Librería en Python (sirio/)</a:t>
            </a:r>
          </a:p>
          <a:p>
            <a:r>
              <a:t>   - Aplicación en Streamlit</a:t>
            </a:r>
          </a:p>
          <a:p>
            <a:r>
              <a:t>   - Notebooks para exploración y presentación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estadísticos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Número total de pasajeros y columnas analizadas</a:t>
            </a:r>
          </a:p>
          <a:p>
            <a:r>
              <a:t>Demografía:</a:t>
            </a:r>
          </a:p>
          <a:p>
            <a:r>
              <a:t>   - Distribución de edades (histograma)</a:t>
            </a:r>
          </a:p>
          <a:p>
            <a:r>
              <a:t>   - Distribución por sexo (gráfico circular)</a:t>
            </a:r>
          </a:p>
          <a:p>
            <a:r>
              <a:t>Supervivencia: porcentaje de supervivientes vs fallecidos</a:t>
            </a:r>
          </a:p>
          <a:p>
            <a:r>
              <a:t>Pasajes: distribución por clase de billete</a:t>
            </a:r>
          </a:p>
          <a:p>
            <a:r>
              <a:t>Geografía: municipios y provincias con más pasajeros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visuales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Mapa de calor → densidad por municipios</a:t>
            </a:r>
          </a:p>
          <a:p>
            <a:r>
              <a:t>Mapa con clusters → agrupación de pasajeros</a:t>
            </a:r>
          </a:p>
          <a:p>
            <a:r>
              <a:t>Círculos graduados → tamaño proporcional a número de pasajeros</a:t>
            </a:r>
          </a:p>
          <a:p>
            <a:r>
              <a:t>Mapa de rutas → embarque → Cartagena → destino/hundimiento</a:t>
            </a:r>
          </a:p>
          <a:p>
            <a:r>
              <a:t>Grafo interactivo → relaciones entre trayectorias</a:t>
            </a:r>
          </a:p>
          <a:p>
            <a:r>
              <a:t>Timeline → experiencia individual de un pasajero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Contribución a las Humanidades Digitales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Exploración visual de un hecho histórico complejo</a:t>
            </a:r>
          </a:p>
          <a:p>
            <a:r>
              <a:t>Nuevas formas de investigación histórica y memoria colectiva</a:t>
            </a:r>
          </a:p>
          <a:p>
            <a:r>
              <a:t>Herramienta replicable para otros naufragios o migraciones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y trabajo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Conclusiones:</a:t>
            </a:r>
          </a:p>
          <a:p>
            <a:r>
              <a:t>   • El proyecto combina datos históricos con análisis computacional</a:t>
            </a:r>
          </a:p>
          <a:p>
            <a:r>
              <a:t>   • Creación de una biblioteca versátil para investigación y divulgación</a:t>
            </a:r>
          </a:p>
          <a:p>
            <a:r>
              <a:t>Trabajo futuro:</a:t>
            </a:r>
          </a:p>
          <a:p>
            <a:r>
              <a:t>   • Mejorar calidad y completitud de los datos</a:t>
            </a:r>
          </a:p>
          <a:p>
            <a:r>
              <a:t>   • Añadir modelos predictivos (edad/media de supervivencia)</a:t>
            </a:r>
          </a:p>
          <a:p>
            <a:r>
              <a:t>   • Integración con narrativas digitales (story maps, exposiciones online)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